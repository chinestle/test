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DF770-93D3-40AE-AFCA-C226C09A48FF}" v="3" dt="2026-09-09T11:32:04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3411-E232-E274-09D5-C38C00154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C8174-1E9A-B050-218F-86DA3AC4F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A31E7-C709-0860-163B-A349C390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AB44-2094-C3D6-BC86-186BEA96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B671-10C2-9C23-CAEC-3788DA6B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0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9062-CA18-D9DB-EA4A-10C87F98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B096-542D-4E16-70C8-3FBD2C6E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B166-D346-E371-1D0B-4E787C61B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85B14-2FC6-20E8-B37E-3EA4FB7D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6C27-0BEE-8D71-DE21-6C3F0826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0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E2DE-BABD-70D7-8199-D81943D2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E1858-33DF-D387-B6D5-5C25FF67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4938-90B1-9EB6-5131-E5BAEA0F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A7039-FC49-5D10-82F9-49EFCA8F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240F-AD38-50CE-C79D-4060D768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1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5B45-DECA-ECDD-C1FC-4C63C7B4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7D91-3E17-F7D6-A7E6-2CC1850E5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A6C91-A8DD-1A99-7AB2-56F08109F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DEE29-FDB5-4E6E-24B7-256D57B1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5A07D-2E13-FD18-78FB-A7CAA7AB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F66F9-C7AB-5AC0-FB2C-E4C7B978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4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F3B0-31DE-1026-470D-43693063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32FD2-ABB3-9258-7ED0-C77C08645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434D0-AA88-C055-534D-E471BEFF4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7610D-C711-E316-A802-0E27A800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A9CA3-782A-2850-E01B-BDB2AEA78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D3363-6F9B-B410-AFC3-2148164C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FBDAF-A278-3B44-F798-B28DE697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3B146-E1EA-709C-7801-532A7A21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A44D-0F9D-E4E6-E722-B102BE19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4EF44-0E62-08D0-044C-0324F5EB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C1F-1B0B-095D-4495-7E95F099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0199A-0E6C-11E0-B5B7-515C4285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32B84-DA76-CCA7-BD23-570319A0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2E2A7-3E50-1965-3FA9-C53342A3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58DCD-6F0A-EBF2-2701-DFF5B6F5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4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D400-A96D-9892-450E-0E07FC2E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73D02-9118-1048-9AB8-DC5C0CDE9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47321-83A2-AA4F-1E1C-5BC7C6E19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C70A4-3F0A-69A9-7473-F661A251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F3C96-A6C2-25DD-5503-AF80D60A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AEF0-C9A0-4638-EFDC-4A2F5FF1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4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6994-E10A-12C8-E7BF-CD133BCA6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94504-73CF-BBE5-5BE3-986A40407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38A37-1627-5458-9384-257E624EC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3F33-4C88-B5C5-FE8E-C306A686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9E101-F55F-7169-5A69-22E97609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3227-26D6-CC07-8B97-1D72D9D0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ABCC-B7B1-64D1-A9D2-D26E727B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F1C2C-8969-B7C6-ED90-FF27A4CB3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36A7A-FA8C-2E08-F964-791442D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5C6BB-6A5C-3BDE-7CE9-CD6E376E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96C5-6F8A-DAB7-89E0-375BD3D5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A2A39-711E-B9BB-C2BD-7406CBBB6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F3CAD-049E-EC55-4813-711AC538E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768F-552B-57FE-357B-78226E206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4EDE-8075-64C5-4907-B1237C3F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224A9-A891-D535-6FCF-E19D22A4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21CA7-D44E-A295-D6BA-D217D958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AA8-4FA9-E51A-F39E-FAF5E5D67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0BA7-8F04-25E6-4330-25723F9EE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ED9D3-32A9-4E5B-B557-0247FD7929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4B99-32FE-7F8F-8C47-605B4157B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C5E0-0DC6-605A-2805-F9FC8CDD3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B8075-33E4-4A47-9AD7-253244978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9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A354-0BF8-003A-295F-969DBA3EE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242D6-C7CE-A3F7-CA12-08C936554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1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21AA77-7EB9-EA93-2AEE-5A7F8D6F7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894185"/>
              </p:ext>
            </p:extLst>
          </p:nvPr>
        </p:nvGraphicFramePr>
        <p:xfrm>
          <a:off x="1055914" y="464551"/>
          <a:ext cx="10515600" cy="7536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343">
                  <a:extLst>
                    <a:ext uri="{9D8B030D-6E8A-4147-A177-3AD203B41FA5}">
                      <a16:colId xmlns:a16="http://schemas.microsoft.com/office/drawing/2014/main" val="4068761136"/>
                    </a:ext>
                  </a:extLst>
                </a:gridCol>
                <a:gridCol w="2623457">
                  <a:extLst>
                    <a:ext uri="{9D8B030D-6E8A-4147-A177-3AD203B41FA5}">
                      <a16:colId xmlns:a16="http://schemas.microsoft.com/office/drawing/2014/main" val="40955877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7891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3338584"/>
                    </a:ext>
                  </a:extLst>
                </a:gridCol>
              </a:tblGrid>
              <a:tr h="682673"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Ambulance availability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Doctor availability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Nurse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4060"/>
                  </a:ext>
                </a:extLst>
              </a:tr>
              <a:tr h="1465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24/7​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On-site ambulance available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 8 to 5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Qualified doctor deployed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 8 to 5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Qualified nurse deployed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77758"/>
                  </a:ext>
                </a:extLst>
              </a:tr>
              <a:tr h="9847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24/7​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On-site ambulance available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 8 to 5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Qualified doctor deployed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24/7​ qualified nurse deployed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954383"/>
                  </a:ext>
                </a:extLst>
              </a:tr>
              <a:tr h="8432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785085"/>
                  </a:ext>
                </a:extLst>
              </a:tr>
              <a:tr h="5567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055510"/>
                  </a:ext>
                </a:extLst>
              </a:tr>
              <a:tr h="9207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 24/7 on site ambulance available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Monday to Friday qualified nurse deployed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Monday to Friday qualified nurse deployed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1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24/7​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On-site ambulance available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Monday to Friday qualified nurse deployed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24/7​ qualified nurse deployed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971788"/>
                  </a:ext>
                </a:extLst>
              </a:tr>
              <a:tr h="69079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2890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E14E9F9-E509-99E5-D057-9D4D08340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546" y="1423158"/>
            <a:ext cx="624450" cy="7267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82C27B-E45F-0C94-3184-B98127C2F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682" y="2667596"/>
            <a:ext cx="990603" cy="7685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1108E6F-2FED-B44F-4209-B147BD3AD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832" y="3846969"/>
            <a:ext cx="1094768" cy="7017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AA9204-CF87-A94D-91FF-027C8DEAC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775" y="4579985"/>
            <a:ext cx="933829" cy="5483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3FB5E94-4A61-8A34-1D9B-8732CB11D7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3" y="5197456"/>
            <a:ext cx="1094768" cy="5785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872091-D6B7-F635-9E8B-94CD2ADFBF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3" y="6155948"/>
            <a:ext cx="1010467" cy="6174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72156E1-ECD3-B85C-7F1D-4A325F79A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3" y="6995728"/>
            <a:ext cx="944776" cy="733016"/>
          </a:xfrm>
          <a:prstGeom prst="rect">
            <a:avLst/>
          </a:prstGeom>
        </p:spPr>
      </p:pic>
      <p:pic>
        <p:nvPicPr>
          <p:cNvPr id="27" name="Graphic 26" descr="Doctor male with solid fill">
            <a:extLst>
              <a:ext uri="{FF2B5EF4-FFF2-40B4-BE49-F238E27FC236}">
                <a16:creationId xmlns:a16="http://schemas.microsoft.com/office/drawing/2014/main" id="{B82B1FA6-0FCE-95F4-E306-64340EE397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13714" y="652010"/>
            <a:ext cx="576943" cy="59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37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E70C-2899-64FD-A9BF-8D8DAA95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FF854-1A80-1FA8-C9FE-441DBBF18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8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87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Senarathna,Senuja,LK-Kurunegala,External for Human Resources</dc:creator>
  <cp:lastModifiedBy>Senarathna,Senuja,LK-Kurunegala,External for Human Resources</cp:lastModifiedBy>
  <cp:revision>3</cp:revision>
  <dcterms:created xsi:type="dcterms:W3CDTF">2026-09-09T10:27:26Z</dcterms:created>
  <dcterms:modified xsi:type="dcterms:W3CDTF">2026-09-09T11:37:49Z</dcterms:modified>
</cp:coreProperties>
</file>